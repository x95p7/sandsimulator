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21841-8E8D-4F96-A990-1D4AC7C97989}" v="39" dt="2025-10-30T22:39:52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, Xander" userId="609c442e-c32f-4102-9c9a-8783d194155a" providerId="ADAL" clId="{C7B6C6BD-64D1-48A4-BC1E-8B08F6BA5371}"/>
    <pc:docChg chg="undo custSel addSld modSld sldOrd">
      <pc:chgData name="Ede, Xander" userId="609c442e-c32f-4102-9c9a-8783d194155a" providerId="ADAL" clId="{C7B6C6BD-64D1-48A4-BC1E-8B08F6BA5371}" dt="2025-10-31T14:02:27.306" v="235" actId="20577"/>
      <pc:docMkLst>
        <pc:docMk/>
      </pc:docMkLst>
      <pc:sldChg chg="addSp delSp modSp new mod setBg">
        <pc:chgData name="Ede, Xander" userId="609c442e-c32f-4102-9c9a-8783d194155a" providerId="ADAL" clId="{C7B6C6BD-64D1-48A4-BC1E-8B08F6BA5371}" dt="2025-10-31T14:02:27.306" v="235" actId="20577"/>
        <pc:sldMkLst>
          <pc:docMk/>
          <pc:sldMk cId="1979209395" sldId="256"/>
        </pc:sldMkLst>
        <pc:spChg chg="mod ord">
          <ac:chgData name="Ede, Xander" userId="609c442e-c32f-4102-9c9a-8783d194155a" providerId="ADAL" clId="{C7B6C6BD-64D1-48A4-BC1E-8B08F6BA5371}" dt="2025-10-30T22:38:17.167" v="219" actId="26606"/>
          <ac:spMkLst>
            <pc:docMk/>
            <pc:sldMk cId="1979209395" sldId="256"/>
            <ac:spMk id="2" creationId="{B8451C1F-0BE0-31B9-328D-5F2CFE6A0B60}"/>
          </ac:spMkLst>
        </pc:spChg>
        <pc:spChg chg="mod">
          <ac:chgData name="Ede, Xander" userId="609c442e-c32f-4102-9c9a-8783d194155a" providerId="ADAL" clId="{C7B6C6BD-64D1-48A4-BC1E-8B08F6BA5371}" dt="2025-10-31T14:02:27.306" v="235" actId="20577"/>
          <ac:spMkLst>
            <pc:docMk/>
            <pc:sldMk cId="1979209395" sldId="256"/>
            <ac:spMk id="3" creationId="{B66ACEB2-D8A9-84C7-6C9F-492E2E8EAFCF}"/>
          </ac:spMkLst>
        </pc:spChg>
        <pc:spChg chg="add ord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4" creationId="{0E947086-BFF7-168F-FC2E-BE0E19863B62}"/>
          </ac:spMkLst>
        </pc:spChg>
        <pc:spChg chg="add del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10" creationId="{47942995-B07F-4636-9A06-C6A104B260A8}"/>
          </ac:spMkLst>
        </pc:spChg>
        <pc:spChg chg="add del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17" creationId="{B81933D1-5615-42C7-9C0B-4EB7105CCE2D}"/>
          </ac:spMkLst>
        </pc:spChg>
        <pc:spChg chg="add del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19" creationId="{19C9EAEA-39D0-4B0E-A0EB-51E7B26740B1}"/>
          </ac:spMkLst>
        </pc:spChg>
        <pc:spChg chg="add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24" creationId="{47942995-B07F-4636-9A06-C6A104B260A8}"/>
          </ac:spMkLst>
        </pc:spChg>
        <pc:spChg chg="add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31" creationId="{B81933D1-5615-42C7-9C0B-4EB7105CCE2D}"/>
          </ac:spMkLst>
        </pc:spChg>
        <pc:spChg chg="add">
          <ac:chgData name="Ede, Xander" userId="609c442e-c32f-4102-9c9a-8783d194155a" providerId="ADAL" clId="{C7B6C6BD-64D1-48A4-BC1E-8B08F6BA5371}" dt="2025-10-30T22:39:07.278" v="222" actId="26606"/>
          <ac:spMkLst>
            <pc:docMk/>
            <pc:sldMk cId="1979209395" sldId="256"/>
            <ac:spMk id="33" creationId="{19C9EAEA-39D0-4B0E-A0EB-51E7B26740B1}"/>
          </ac:spMkLst>
        </pc:spChg>
        <pc:grpChg chg="add del">
          <ac:chgData name="Ede, Xander" userId="609c442e-c32f-4102-9c9a-8783d194155a" providerId="ADAL" clId="{C7B6C6BD-64D1-48A4-BC1E-8B08F6BA5371}" dt="2025-10-30T22:39:07.278" v="222" actId="26606"/>
          <ac:grpSpMkLst>
            <pc:docMk/>
            <pc:sldMk cId="1979209395" sldId="256"/>
            <ac:grpSpMk id="12" creationId="{032D8612-31EB-44CF-A1D0-14FD4C705424}"/>
          </ac:grpSpMkLst>
        </pc:grpChg>
        <pc:grpChg chg="add">
          <ac:chgData name="Ede, Xander" userId="609c442e-c32f-4102-9c9a-8783d194155a" providerId="ADAL" clId="{C7B6C6BD-64D1-48A4-BC1E-8B08F6BA5371}" dt="2025-10-30T22:39:07.278" v="222" actId="26606"/>
          <ac:grpSpMkLst>
            <pc:docMk/>
            <pc:sldMk cId="1979209395" sldId="256"/>
            <ac:grpSpMk id="26" creationId="{032D8612-31EB-44CF-A1D0-14FD4C705424}"/>
          </ac:grpSpMkLst>
        </pc:grpChg>
        <pc:picChg chg="add del mod">
          <ac:chgData name="Ede, Xander" userId="609c442e-c32f-4102-9c9a-8783d194155a" providerId="ADAL" clId="{C7B6C6BD-64D1-48A4-BC1E-8B08F6BA5371}" dt="2025-10-30T22:39:03.762" v="220" actId="478"/>
          <ac:picMkLst>
            <pc:docMk/>
            <pc:sldMk cId="1979209395" sldId="256"/>
            <ac:picMk id="5" creationId="{28D20E1B-86C2-F221-DE32-EAFEBA0CF2B9}"/>
          </ac:picMkLst>
        </pc:picChg>
        <pc:picChg chg="add mod">
          <ac:chgData name="Ede, Xander" userId="609c442e-c32f-4102-9c9a-8783d194155a" providerId="ADAL" clId="{C7B6C6BD-64D1-48A4-BC1E-8B08F6BA5371}" dt="2025-10-30T22:39:07.278" v="222" actId="26606"/>
          <ac:picMkLst>
            <pc:docMk/>
            <pc:sldMk cId="1979209395" sldId="256"/>
            <ac:picMk id="6" creationId="{2FD36CB3-1D7F-3CC3-7352-F5D00CA0C9C9}"/>
          </ac:picMkLst>
        </pc:picChg>
        <pc:picChg chg="add del mod">
          <ac:chgData name="Ede, Xander" userId="609c442e-c32f-4102-9c9a-8783d194155a" providerId="ADAL" clId="{C7B6C6BD-64D1-48A4-BC1E-8B08F6BA5371}" dt="2025-10-30T22:38:13.075" v="216" actId="478"/>
          <ac:picMkLst>
            <pc:docMk/>
            <pc:sldMk cId="1979209395" sldId="256"/>
            <ac:picMk id="4100" creationId="{CF87E2AE-E8CB-A90D-35C2-6EA4F3406084}"/>
          </ac:picMkLst>
        </pc:picChg>
        <pc:picChg chg="add del mod">
          <ac:chgData name="Ede, Xander" userId="609c442e-c32f-4102-9c9a-8783d194155a" providerId="ADAL" clId="{C7B6C6BD-64D1-48A4-BC1E-8B08F6BA5371}" dt="2025-10-30T22:38:15.003" v="218" actId="478"/>
          <ac:picMkLst>
            <pc:docMk/>
            <pc:sldMk cId="1979209395" sldId="256"/>
            <ac:picMk id="4102" creationId="{CDF1A3B9-59FE-6117-C347-6B76C0E45460}"/>
          </ac:picMkLst>
        </pc:picChg>
      </pc:sldChg>
      <pc:sldChg chg="addSp delSp modSp new mod setBg">
        <pc:chgData name="Ede, Xander" userId="609c442e-c32f-4102-9c9a-8783d194155a" providerId="ADAL" clId="{C7B6C6BD-64D1-48A4-BC1E-8B08F6BA5371}" dt="2025-10-30T22:36:05.281" v="202" actId="20577"/>
        <pc:sldMkLst>
          <pc:docMk/>
          <pc:sldMk cId="3540759415" sldId="257"/>
        </pc:sldMkLst>
        <pc:spChg chg="mo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2" creationId="{153A0E46-1247-26DE-5330-FBA4961CE330}"/>
          </ac:spMkLst>
        </pc:spChg>
        <pc:spChg chg="mod ord">
          <ac:chgData name="Ede, Xander" userId="609c442e-c32f-4102-9c9a-8783d194155a" providerId="ADAL" clId="{C7B6C6BD-64D1-48A4-BC1E-8B08F6BA5371}" dt="2025-10-30T22:36:05.281" v="202" actId="20577"/>
          <ac:spMkLst>
            <pc:docMk/>
            <pc:sldMk cId="3540759415" sldId="257"/>
            <ac:spMk id="3" creationId="{8D0B151F-133C-A275-6388-0C631FE6F5BC}"/>
          </ac:spMkLst>
        </pc:spChg>
        <pc:spChg chg="add del">
          <ac:chgData name="Ede, Xander" userId="609c442e-c32f-4102-9c9a-8783d194155a" providerId="ADAL" clId="{C7B6C6BD-64D1-48A4-BC1E-8B08F6BA5371}" dt="2025-10-30T22:26:05.100" v="28" actId="26606"/>
          <ac:spMkLst>
            <pc:docMk/>
            <pc:sldMk cId="3540759415" sldId="257"/>
            <ac:spMk id="1031" creationId="{327D73B4-9F5C-4A64-A179-51B9500CB8B5}"/>
          </ac:spMkLst>
        </pc:spChg>
        <pc:spChg chg="add del">
          <ac:chgData name="Ede, Xander" userId="609c442e-c32f-4102-9c9a-8783d194155a" providerId="ADAL" clId="{C7B6C6BD-64D1-48A4-BC1E-8B08F6BA5371}" dt="2025-10-30T22:26:05.100" v="28" actId="26606"/>
          <ac:spMkLst>
            <pc:docMk/>
            <pc:sldMk cId="3540759415" sldId="257"/>
            <ac:spMk id="1033" creationId="{C1F06963-6374-4B48-844F-071A9BAAAE02}"/>
          </ac:spMkLst>
        </pc:spChg>
        <pc:spChg chg="add del">
          <ac:chgData name="Ede, Xander" userId="609c442e-c32f-4102-9c9a-8783d194155a" providerId="ADAL" clId="{C7B6C6BD-64D1-48A4-BC1E-8B08F6BA5371}" dt="2025-10-30T22:26:05.100" v="28" actId="26606"/>
          <ac:spMkLst>
            <pc:docMk/>
            <pc:sldMk cId="3540759415" sldId="257"/>
            <ac:spMk id="1035" creationId="{6CB927A4-E432-4310-9CD5-E89FF5063179}"/>
          </ac:spMkLst>
        </pc:spChg>
        <pc:spChg chg="add del">
          <ac:chgData name="Ede, Xander" userId="609c442e-c32f-4102-9c9a-8783d194155a" providerId="ADAL" clId="{C7B6C6BD-64D1-48A4-BC1E-8B08F6BA5371}" dt="2025-10-30T22:26:05.100" v="28" actId="26606"/>
          <ac:spMkLst>
            <pc:docMk/>
            <pc:sldMk cId="3540759415" sldId="257"/>
            <ac:spMk id="1037" creationId="{1453BF6C-B012-48B7-B4E8-6D7AC7C27D02}"/>
          </ac:spMkLst>
        </pc:spChg>
        <pc:spChg chg="add del">
          <ac:chgData name="Ede, Xander" userId="609c442e-c32f-4102-9c9a-8783d194155a" providerId="ADAL" clId="{C7B6C6BD-64D1-48A4-BC1E-8B08F6BA5371}" dt="2025-10-30T22:26:05.100" v="28" actId="26606"/>
          <ac:spMkLst>
            <pc:docMk/>
            <pc:sldMk cId="3540759415" sldId="257"/>
            <ac:spMk id="1039" creationId="{E3020543-B24B-4EC4-8FFC-8DD88EEA91A8}"/>
          </ac:spMkLst>
        </pc:spChg>
        <pc:spChg chg="add del">
          <ac:chgData name="Ede, Xander" userId="609c442e-c32f-4102-9c9a-8783d194155a" providerId="ADAL" clId="{C7B6C6BD-64D1-48A4-BC1E-8B08F6BA5371}" dt="2025-10-30T22:26:05.094" v="27" actId="26606"/>
          <ac:spMkLst>
            <pc:docMk/>
            <pc:sldMk cId="3540759415" sldId="257"/>
            <ac:spMk id="1048" creationId="{C1F06963-6374-4B48-844F-071A9BAAAE02}"/>
          </ac:spMkLst>
        </pc:spChg>
        <pc:spChg chg="add del">
          <ac:chgData name="Ede, Xander" userId="609c442e-c32f-4102-9c9a-8783d194155a" providerId="ADAL" clId="{C7B6C6BD-64D1-48A4-BC1E-8B08F6BA5371}" dt="2025-10-30T22:26:05.094" v="27" actId="26606"/>
          <ac:spMkLst>
            <pc:docMk/>
            <pc:sldMk cId="3540759415" sldId="257"/>
            <ac:spMk id="1050" creationId="{6CB927A4-E432-4310-9CD5-E89FF5063179}"/>
          </ac:spMkLst>
        </pc:spChg>
        <pc:spChg chg="add del">
          <ac:chgData name="Ede, Xander" userId="609c442e-c32f-4102-9c9a-8783d194155a" providerId="ADAL" clId="{C7B6C6BD-64D1-48A4-BC1E-8B08F6BA5371}" dt="2025-10-30T22:26:05.094" v="27" actId="26606"/>
          <ac:spMkLst>
            <pc:docMk/>
            <pc:sldMk cId="3540759415" sldId="257"/>
            <ac:spMk id="1052" creationId="{1453BF6C-B012-48B7-B4E8-6D7AC7C27D02}"/>
          </ac:spMkLst>
        </pc:spChg>
        <pc:spChg chg="add del">
          <ac:chgData name="Ede, Xander" userId="609c442e-c32f-4102-9c9a-8783d194155a" providerId="ADAL" clId="{C7B6C6BD-64D1-48A4-BC1E-8B08F6BA5371}" dt="2025-10-30T22:26:05.094" v="27" actId="26606"/>
          <ac:spMkLst>
            <pc:docMk/>
            <pc:sldMk cId="3540759415" sldId="257"/>
            <ac:spMk id="1054" creationId="{E3020543-B24B-4EC4-8FFC-8DD88EEA91A8}"/>
          </ac:spMkLst>
        </pc:spChg>
        <pc:spChg chg="add del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58" creationId="{23E547B5-89CF-4EC0-96DE-25771AED0799}"/>
          </ac:spMkLst>
        </pc:spChg>
        <pc:spChg chg="add del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59" creationId="{3F0B8CEB-8279-4E5E-A0CE-1FC9F71736F2}"/>
          </ac:spMkLst>
        </pc:spChg>
        <pc:spChg chg="ad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64" creationId="{327D73B4-9F5C-4A64-A179-51B9500CB8B5}"/>
          </ac:spMkLst>
        </pc:spChg>
        <pc:spChg chg="ad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66" creationId="{C1F06963-6374-4B48-844F-071A9BAAAE02}"/>
          </ac:spMkLst>
        </pc:spChg>
        <pc:spChg chg="ad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68" creationId="{6CB927A4-E432-4310-9CD5-E89FF5063179}"/>
          </ac:spMkLst>
        </pc:spChg>
        <pc:spChg chg="ad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70" creationId="{1453BF6C-B012-48B7-B4E8-6D7AC7C27D02}"/>
          </ac:spMkLst>
        </pc:spChg>
        <pc:spChg chg="add">
          <ac:chgData name="Ede, Xander" userId="609c442e-c32f-4102-9c9a-8783d194155a" providerId="ADAL" clId="{C7B6C6BD-64D1-48A4-BC1E-8B08F6BA5371}" dt="2025-10-30T22:26:30.757" v="43" actId="26606"/>
          <ac:spMkLst>
            <pc:docMk/>
            <pc:sldMk cId="3540759415" sldId="257"/>
            <ac:spMk id="1072" creationId="{E3020543-B24B-4EC4-8FFC-8DD88EEA91A8}"/>
          </ac:spMkLst>
        </pc:spChg>
        <pc:picChg chg="add del mod">
          <ac:chgData name="Ede, Xander" userId="609c442e-c32f-4102-9c9a-8783d194155a" providerId="ADAL" clId="{C7B6C6BD-64D1-48A4-BC1E-8B08F6BA5371}" dt="2025-10-30T22:26:00.614" v="24" actId="478"/>
          <ac:picMkLst>
            <pc:docMk/>
            <pc:sldMk cId="3540759415" sldId="257"/>
            <ac:picMk id="1026" creationId="{B3F7D9AF-B7BD-01B5-6CDC-99363F465F01}"/>
          </ac:picMkLst>
        </pc:picChg>
        <pc:picChg chg="add del mod">
          <ac:chgData name="Ede, Xander" userId="609c442e-c32f-4102-9c9a-8783d194155a" providerId="ADAL" clId="{C7B6C6BD-64D1-48A4-BC1E-8B08F6BA5371}" dt="2025-10-30T22:26:11.479" v="29" actId="478"/>
          <ac:picMkLst>
            <pc:docMk/>
            <pc:sldMk cId="3540759415" sldId="257"/>
            <ac:picMk id="1028" creationId="{F58E7F35-47C3-6ED3-2B0B-3857721A6D45}"/>
          </ac:picMkLst>
        </pc:picChg>
        <pc:picChg chg="add mod">
          <ac:chgData name="Ede, Xander" userId="609c442e-c32f-4102-9c9a-8783d194155a" providerId="ADAL" clId="{C7B6C6BD-64D1-48A4-BC1E-8B08F6BA5371}" dt="2025-10-30T22:26:30.757" v="43" actId="26606"/>
          <ac:picMkLst>
            <pc:docMk/>
            <pc:sldMk cId="3540759415" sldId="257"/>
            <ac:picMk id="1030" creationId="{4CE7DA47-FE90-0D70-D42C-37782F4FD970}"/>
          </ac:picMkLst>
        </pc:picChg>
        <pc:cxnChg chg="add">
          <ac:chgData name="Ede, Xander" userId="609c442e-c32f-4102-9c9a-8783d194155a" providerId="ADAL" clId="{C7B6C6BD-64D1-48A4-BC1E-8B08F6BA5371}" dt="2025-10-30T22:25:46.418" v="23" actId="26606"/>
          <ac:cxnSpMkLst>
            <pc:docMk/>
            <pc:sldMk cId="3540759415" sldId="257"/>
            <ac:cxnSpMk id="1041" creationId="{C49DA8F6-BCC1-4447-B54C-57856834B94B}"/>
          </ac:cxnSpMkLst>
        </pc:cxnChg>
      </pc:sldChg>
      <pc:sldChg chg="addSp delSp modSp new mod setBg">
        <pc:chgData name="Ede, Xander" userId="609c442e-c32f-4102-9c9a-8783d194155a" providerId="ADAL" clId="{C7B6C6BD-64D1-48A4-BC1E-8B08F6BA5371}" dt="2025-10-30T22:29:54.603" v="121" actId="20577"/>
        <pc:sldMkLst>
          <pc:docMk/>
          <pc:sldMk cId="1057063557" sldId="258"/>
        </pc:sldMkLst>
        <pc:spChg chg="mod">
          <ac:chgData name="Ede, Xander" userId="609c442e-c32f-4102-9c9a-8783d194155a" providerId="ADAL" clId="{C7B6C6BD-64D1-48A4-BC1E-8B08F6BA5371}" dt="2025-10-30T22:29:54.603" v="121" actId="20577"/>
          <ac:spMkLst>
            <pc:docMk/>
            <pc:sldMk cId="1057063557" sldId="258"/>
            <ac:spMk id="2" creationId="{88ED2FEB-81CC-9868-BBAE-CF7F6585A9F9}"/>
          </ac:spMkLst>
        </pc:spChg>
        <pc:spChg chg="del">
          <ac:chgData name="Ede, Xander" userId="609c442e-c32f-4102-9c9a-8783d194155a" providerId="ADAL" clId="{C7B6C6BD-64D1-48A4-BC1E-8B08F6BA5371}" dt="2025-10-30T22:27:19.124" v="74"/>
          <ac:spMkLst>
            <pc:docMk/>
            <pc:sldMk cId="1057063557" sldId="258"/>
            <ac:spMk id="3" creationId="{4E196524-E00F-4D44-31FF-F7E570F34EC9}"/>
          </ac:spMkLst>
        </pc:spChg>
        <pc:spChg chg="add mod">
          <ac:chgData name="Ede, Xander" userId="609c442e-c32f-4102-9c9a-8783d194155a" providerId="ADAL" clId="{C7B6C6BD-64D1-48A4-BC1E-8B08F6BA5371}" dt="2025-10-30T22:29:06.398" v="92" actId="26606"/>
          <ac:spMkLst>
            <pc:docMk/>
            <pc:sldMk cId="1057063557" sldId="258"/>
            <ac:spMk id="4" creationId="{60390614-5ACD-76F8-E5A8-4A1714AA0601}"/>
          </ac:spMkLst>
        </pc:spChg>
        <pc:spChg chg="add ord">
          <ac:chgData name="Ede, Xander" userId="609c442e-c32f-4102-9c9a-8783d194155a" providerId="ADAL" clId="{C7B6C6BD-64D1-48A4-BC1E-8B08F6BA5371}" dt="2025-10-30T22:29:06.398" v="92" actId="26606"/>
          <ac:spMkLst>
            <pc:docMk/>
            <pc:sldMk cId="1057063557" sldId="258"/>
            <ac:spMk id="5" creationId="{985DE207-BAA4-3B58-79E4-E97E2BE7CBAB}"/>
          </ac:spMkLst>
        </pc:spChg>
        <pc:spChg chg="add del">
          <ac:chgData name="Ede, Xander" userId="609c442e-c32f-4102-9c9a-8783d194155a" providerId="ADAL" clId="{C7B6C6BD-64D1-48A4-BC1E-8B08F6BA5371}" dt="2025-10-30T22:29:06.398" v="92" actId="26606"/>
          <ac:spMkLst>
            <pc:docMk/>
            <pc:sldMk cId="1057063557" sldId="258"/>
            <ac:spMk id="13" creationId="{5C8908E2-EE49-44D2-9428-A28D2312A8D5}"/>
          </ac:spMkLst>
        </pc:spChg>
        <pc:spChg chg="add del">
          <ac:chgData name="Ede, Xander" userId="609c442e-c32f-4102-9c9a-8783d194155a" providerId="ADAL" clId="{C7B6C6BD-64D1-48A4-BC1E-8B08F6BA5371}" dt="2025-10-30T22:29:06.398" v="92" actId="26606"/>
          <ac:spMkLst>
            <pc:docMk/>
            <pc:sldMk cId="1057063557" sldId="258"/>
            <ac:spMk id="19" creationId="{06139FFD-DF39-4EF5-A0DD-4FAC80228BD7}"/>
          </ac:spMkLst>
        </pc:spChg>
        <pc:spChg chg="add del">
          <ac:chgData name="Ede, Xander" userId="609c442e-c32f-4102-9c9a-8783d194155a" providerId="ADAL" clId="{C7B6C6BD-64D1-48A4-BC1E-8B08F6BA5371}" dt="2025-10-30T22:29:06.398" v="92" actId="26606"/>
          <ac:spMkLst>
            <pc:docMk/>
            <pc:sldMk cId="1057063557" sldId="258"/>
            <ac:spMk id="21" creationId="{ED888B23-07FA-482A-96DF-47E31AF1A603}"/>
          </ac:spMkLst>
        </pc:spChg>
        <pc:grpChg chg="add del">
          <ac:chgData name="Ede, Xander" userId="609c442e-c32f-4102-9c9a-8783d194155a" providerId="ADAL" clId="{C7B6C6BD-64D1-48A4-BC1E-8B08F6BA5371}" dt="2025-10-30T22:29:06.398" v="92" actId="26606"/>
          <ac:grpSpMkLst>
            <pc:docMk/>
            <pc:sldMk cId="1057063557" sldId="258"/>
            <ac:grpSpMk id="15" creationId="{BE9A4F3D-8A9F-44A7-B84A-C6201B5B01C0}"/>
          </ac:grpSpMkLst>
        </pc:grpChg>
        <pc:picChg chg="add mod">
          <ac:chgData name="Ede, Xander" userId="609c442e-c32f-4102-9c9a-8783d194155a" providerId="ADAL" clId="{C7B6C6BD-64D1-48A4-BC1E-8B08F6BA5371}" dt="2025-10-30T22:29:41.193" v="104" actId="1076"/>
          <ac:picMkLst>
            <pc:docMk/>
            <pc:sldMk cId="1057063557" sldId="258"/>
            <ac:picMk id="6" creationId="{82D0E89D-3FD1-5EDF-836E-2EE755A6DDEF}"/>
          </ac:picMkLst>
        </pc:picChg>
        <pc:picChg chg="add mod ord">
          <ac:chgData name="Ede, Xander" userId="609c442e-c32f-4102-9c9a-8783d194155a" providerId="ADAL" clId="{C7B6C6BD-64D1-48A4-BC1E-8B08F6BA5371}" dt="2025-10-30T22:29:29.115" v="100" actId="1076"/>
          <ac:picMkLst>
            <pc:docMk/>
            <pc:sldMk cId="1057063557" sldId="258"/>
            <ac:picMk id="8" creationId="{D0CCB437-0F50-1A1A-5106-B3969F53447B}"/>
          </ac:picMkLst>
        </pc:picChg>
        <pc:picChg chg="add del mod">
          <ac:chgData name="Ede, Xander" userId="609c442e-c32f-4102-9c9a-8783d194155a" providerId="ADAL" clId="{C7B6C6BD-64D1-48A4-BC1E-8B08F6BA5371}" dt="2025-10-30T22:29:06.028" v="91" actId="22"/>
          <ac:picMkLst>
            <pc:docMk/>
            <pc:sldMk cId="1057063557" sldId="258"/>
            <ac:picMk id="10" creationId="{DBBFE584-5E17-CD0A-637A-12534F85AA67}"/>
          </ac:picMkLst>
        </pc:picChg>
        <pc:picChg chg="add mod">
          <ac:chgData name="Ede, Xander" userId="609c442e-c32f-4102-9c9a-8783d194155a" providerId="ADAL" clId="{C7B6C6BD-64D1-48A4-BC1E-8B08F6BA5371}" dt="2025-10-30T22:29:34.079" v="103" actId="1076"/>
          <ac:picMkLst>
            <pc:docMk/>
            <pc:sldMk cId="1057063557" sldId="258"/>
            <ac:picMk id="12" creationId="{825B8D55-E8BA-CD2E-D02B-E1D417247402}"/>
          </ac:picMkLst>
        </pc:picChg>
      </pc:sldChg>
      <pc:sldChg chg="modSp new mod ord modAnim">
        <pc:chgData name="Ede, Xander" userId="609c442e-c32f-4102-9c9a-8783d194155a" providerId="ADAL" clId="{C7B6C6BD-64D1-48A4-BC1E-8B08F6BA5371}" dt="2025-10-30T22:39:52.018" v="223"/>
        <pc:sldMkLst>
          <pc:docMk/>
          <pc:sldMk cId="4110067028" sldId="259"/>
        </pc:sldMkLst>
        <pc:spChg chg="mod">
          <ac:chgData name="Ede, Xander" userId="609c442e-c32f-4102-9c9a-8783d194155a" providerId="ADAL" clId="{C7B6C6BD-64D1-48A4-BC1E-8B08F6BA5371}" dt="2025-10-30T22:30:15.194" v="126" actId="20577"/>
          <ac:spMkLst>
            <pc:docMk/>
            <pc:sldMk cId="4110067028" sldId="259"/>
            <ac:spMk id="2" creationId="{FCE8B939-B572-6884-128A-B8708819C0B9}"/>
          </ac:spMkLst>
        </pc:spChg>
        <pc:spChg chg="mod">
          <ac:chgData name="Ede, Xander" userId="609c442e-c32f-4102-9c9a-8783d194155a" providerId="ADAL" clId="{C7B6C6BD-64D1-48A4-BC1E-8B08F6BA5371}" dt="2025-10-30T22:30:57.297" v="160" actId="20577"/>
          <ac:spMkLst>
            <pc:docMk/>
            <pc:sldMk cId="4110067028" sldId="259"/>
            <ac:spMk id="3" creationId="{FE649AFB-264D-F28C-6251-1EB5C575D6DB}"/>
          </ac:spMkLst>
        </pc:spChg>
      </pc:sldChg>
      <pc:sldChg chg="addSp delSp modSp new mod modAnim">
        <pc:chgData name="Ede, Xander" userId="609c442e-c32f-4102-9c9a-8783d194155a" providerId="ADAL" clId="{C7B6C6BD-64D1-48A4-BC1E-8B08F6BA5371}" dt="2025-10-30T22:35:46.057" v="189"/>
        <pc:sldMkLst>
          <pc:docMk/>
          <pc:sldMk cId="1309289538" sldId="260"/>
        </pc:sldMkLst>
        <pc:spChg chg="del">
          <ac:chgData name="Ede, Xander" userId="609c442e-c32f-4102-9c9a-8783d194155a" providerId="ADAL" clId="{C7B6C6BD-64D1-48A4-BC1E-8B08F6BA5371}" dt="2025-10-30T22:32:09.802" v="171"/>
          <ac:spMkLst>
            <pc:docMk/>
            <pc:sldMk cId="1309289538" sldId="260"/>
            <ac:spMk id="3" creationId="{4447D0DF-190D-E2C0-1100-8ECB1B98A9FB}"/>
          </ac:spMkLst>
        </pc:spChg>
        <pc:spChg chg="add mod">
          <ac:chgData name="Ede, Xander" userId="609c442e-c32f-4102-9c9a-8783d194155a" providerId="ADAL" clId="{C7B6C6BD-64D1-48A4-BC1E-8B08F6BA5371}" dt="2025-10-30T22:35:36.300" v="187" actId="1582"/>
          <ac:spMkLst>
            <pc:docMk/>
            <pc:sldMk cId="1309289538" sldId="260"/>
            <ac:spMk id="8" creationId="{59517305-7839-ADDD-CD36-758B4350BF67}"/>
          </ac:spMkLst>
        </pc:spChg>
        <pc:picChg chg="add del mod">
          <ac:chgData name="Ede, Xander" userId="609c442e-c32f-4102-9c9a-8783d194155a" providerId="ADAL" clId="{C7B6C6BD-64D1-48A4-BC1E-8B08F6BA5371}" dt="2025-10-30T22:33:11.187" v="177" actId="478"/>
          <ac:picMkLst>
            <pc:docMk/>
            <pc:sldMk cId="1309289538" sldId="260"/>
            <ac:picMk id="5" creationId="{58BAC1BC-993F-3376-B714-0CF914A7354F}"/>
          </ac:picMkLst>
        </pc:picChg>
        <pc:picChg chg="add mod">
          <ac:chgData name="Ede, Xander" userId="609c442e-c32f-4102-9c9a-8783d194155a" providerId="ADAL" clId="{C7B6C6BD-64D1-48A4-BC1E-8B08F6BA5371}" dt="2025-10-30T22:35:15.515" v="183" actId="1076"/>
          <ac:picMkLst>
            <pc:docMk/>
            <pc:sldMk cId="1309289538" sldId="260"/>
            <ac:picMk id="7" creationId="{28BD353D-BBEB-1EE3-E406-EB3A88DA0AB7}"/>
          </ac:picMkLst>
        </pc:picChg>
        <pc:picChg chg="add del mod">
          <ac:chgData name="Ede, Xander" userId="609c442e-c32f-4102-9c9a-8783d194155a" providerId="ADAL" clId="{C7B6C6BD-64D1-48A4-BC1E-8B08F6BA5371}" dt="2025-10-30T22:32:06.612" v="170" actId="478"/>
          <ac:picMkLst>
            <pc:docMk/>
            <pc:sldMk cId="1309289538" sldId="260"/>
            <ac:picMk id="3074" creationId="{ACB48560-C536-4693-52B4-27D99D7D833D}"/>
          </ac:picMkLst>
        </pc:picChg>
        <pc:picChg chg="add mod">
          <ac:chgData name="Ede, Xander" userId="609c442e-c32f-4102-9c9a-8783d194155a" providerId="ADAL" clId="{C7B6C6BD-64D1-48A4-BC1E-8B08F6BA5371}" dt="2025-10-30T22:32:15.359" v="173" actId="1076"/>
          <ac:picMkLst>
            <pc:docMk/>
            <pc:sldMk cId="1309289538" sldId="260"/>
            <ac:picMk id="3076" creationId="{2C5E82BA-CD8C-CF3A-A2AF-BEFC9235EB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5002-19BE-D333-E43A-D275893CE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61220-641D-48C9-E505-77BF9C018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B0339-4F84-A4E3-1DCF-4A18AABE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E38B-8A58-2852-40A6-77D68077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8D1FB-E3B4-46A7-0D19-0CB73C5B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9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E65D-44CE-854A-06D3-8D9810E9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3FE5E-293C-497C-0938-AB97CA83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5622-77EC-1046-81C4-3B217A38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2BF8-8497-836E-227A-1748CFAA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DF0AE-9AD3-6FB1-63DB-0818C702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6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65F5-9824-77C0-1289-2733C2A8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C9BB8-C8F2-659B-9939-6CC169E2B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BB747-A614-0A5F-70B6-0BB36AD4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A8534-CC26-B43F-64ED-C2CDC310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83256-C609-30A9-5147-C42206A5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4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13C3-BB16-E433-0EFA-30B496A8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AACD4-A4E8-2FA3-3950-24D782619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8B5FA-A9B8-A812-F396-EE1E5300C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2D42B-B22F-9C4B-3E8B-53311BE2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05A49-1975-8E66-4EE4-53A3BD7E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11DBB-89E7-50B2-9BD2-AE494A91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4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BE12-3545-8F82-DC32-AB1CF49A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3050C-5AAB-86C8-9FE9-A579FD5A0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0231D-54BA-A0A9-6A7F-2275B9641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BCEC2-24F3-887C-BA7A-5F4ED22AF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0BD5B-6C70-EA84-496F-882A940D2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E44C1-5141-0240-CE6E-BC1E345D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B95ED-C7FD-5676-DE91-B074BE99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5A947-E61A-597F-2A8B-4668C699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0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0D66-0A31-718D-8831-310A6FD9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F9DC63-39F0-2BE6-C690-F62005A5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7DFC8-DB01-D91A-C34A-F7B9B707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2A8A2-A705-B206-4608-E4517458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88AE8-7433-31EE-996F-C0E14ED0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9966A-AC28-0FB7-697E-6F78B870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B28CD-8CA2-1233-EFE7-F4B8CBCB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E3901-3AAB-E578-FF42-A57962B4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04D6-2410-F5AC-9D16-298EAE114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8C726-6307-14A3-9255-C38BF679C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9D91C-2298-D8A1-1DED-29F905E0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905CA-4AAF-E417-1CD4-F7AFC05E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1A181-02CB-C7DE-F8BF-2177B5A0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5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FE72-97C8-C81A-87B8-68A49C2E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AEAD9-57A1-6B09-B2CF-CF969DA6E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43C60-4AB5-4FED-4EA1-31B869FC6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4C47B-608A-4871-555D-96C5913E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4DA0D-89C1-BCDB-AE30-192104E7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34133-59BA-5B0B-2A4E-3A0E5E37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8129-AD50-26E6-281D-8023C142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D1C5A-B201-6BF5-497E-13F3F7462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F4BE0-BAE3-F267-612B-E7A00062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FC5E-9144-BBCE-9C63-E375BCF5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AAC7-9D97-0EE4-743D-DD054432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1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3B047-9F69-6DCF-7DBF-90B2F59A3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3D086-BC80-3C12-371B-F7B2852CC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3CC45-1540-42F3-B61A-D32B611A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E31A-A281-72D7-2355-6DBE5125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F5F29-80D4-2B95-8DD3-6C84B182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2957B-E69C-97B1-A1D8-91D48C47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722AB-7688-3B16-69D5-79624C397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A019-C83D-73B4-B562-C861132CA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5E8B3-EE81-4A6B-9AF4-209664C79953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269A-8F98-9843-36CD-93C1CD085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4A679-2C2E-81B6-1238-55F8C4A87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53C64-98B0-4CA5-8EFA-C6EA9BB51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4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51C1F-0BE0-31B9-328D-5F2CFE6A0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Fluid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ACEB2-D8A9-84C7-6C9F-492E2E8EA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/>
              <a:t>Term Project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36CB3-1D7F-3CC3-7352-F5D00CA0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551983"/>
            <a:ext cx="5536001" cy="3695280"/>
          </a:xfrm>
          <a:prstGeom prst="rect">
            <a:avLst/>
          </a:prstGeom>
        </p:spPr>
      </p:pic>
      <p:sp>
        <p:nvSpPr>
          <p:cNvPr id="4" name="AutoShape 2" descr="BESTWAY® H2OGO! Mount Splashmore Kids Inflatable Water Park - 0000008052 -  Runnings">
            <a:extLst>
              <a:ext uri="{FF2B5EF4-FFF2-40B4-BE49-F238E27FC236}">
                <a16:creationId xmlns:a16="http://schemas.microsoft.com/office/drawing/2014/main" id="{0E947086-BFF7-168F-FC2E-BE0E19863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0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4" name="Rectangle 106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A0E46-1247-26DE-5330-FBA4961C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 dirty="0"/>
              <a:t>Motivation</a:t>
            </a: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Free Water drop impact Photo - Water, Drop, Splash | Download at StockCake">
            <a:extLst>
              <a:ext uri="{FF2B5EF4-FFF2-40B4-BE49-F238E27FC236}">
                <a16:creationId xmlns:a16="http://schemas.microsoft.com/office/drawing/2014/main" id="{4CE7DA47-FE90-0D70-D42C-37782F4FD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8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151F-133C-A275-6388-0C631FE6F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Physics Simulation!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Optimization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07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74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75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B939-B572-6884-128A-B8708819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9AFB-264D-F28C-6251-1EB5C575D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/>
              <a:t>Smoothed</a:t>
            </a:r>
          </a:p>
          <a:p>
            <a:pPr marL="0" indent="0">
              <a:buNone/>
            </a:pPr>
            <a:r>
              <a:rPr lang="en-US" sz="8800" dirty="0"/>
              <a:t>Particle</a:t>
            </a:r>
          </a:p>
          <a:p>
            <a:pPr marL="0" indent="0">
              <a:buNone/>
            </a:pPr>
            <a:r>
              <a:rPr lang="en-US" sz="8800" dirty="0"/>
              <a:t>Hydrodynamics</a:t>
            </a:r>
          </a:p>
        </p:txBody>
      </p:sp>
    </p:spTree>
    <p:extLst>
      <p:ext uri="{BB962C8B-B14F-4D97-AF65-F5344CB8AC3E}">
        <p14:creationId xmlns:p14="http://schemas.microsoft.com/office/powerpoint/2010/main" val="411006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BE11-4AFA-CC2C-4D7F-C780B09F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6" name="Picture 4" descr="Smoothed-particle hydrodynamics - Wikipedia">
            <a:extLst>
              <a:ext uri="{FF2B5EF4-FFF2-40B4-BE49-F238E27FC236}">
                <a16:creationId xmlns:a16="http://schemas.microsoft.com/office/drawing/2014/main" id="{2C5E82BA-CD8C-CF3A-A2AF-BEFC9235EB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85" y="1442565"/>
            <a:ext cx="5181901" cy="474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D353D-BBEB-1EE3-E406-EB3A88DA0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158" y="3000783"/>
            <a:ext cx="5009335" cy="85643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9517305-7839-ADDD-CD36-758B4350BF67}"/>
              </a:ext>
            </a:extLst>
          </p:cNvPr>
          <p:cNvSpPr/>
          <p:nvPr/>
        </p:nvSpPr>
        <p:spPr>
          <a:xfrm>
            <a:off x="6096000" y="2483318"/>
            <a:ext cx="6096000" cy="197317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8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2FEB-81CC-9868-BBAE-CF7F6585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I’m using:</a:t>
            </a:r>
          </a:p>
        </p:txBody>
      </p:sp>
      <p:sp>
        <p:nvSpPr>
          <p:cNvPr id="4" name="AutoShape 2" descr="OpenGL - The Industry's Foundation for High Performance Graphics">
            <a:extLst>
              <a:ext uri="{FF2B5EF4-FFF2-40B4-BE49-F238E27FC236}">
                <a16:creationId xmlns:a16="http://schemas.microsoft.com/office/drawing/2014/main" id="{60390614-5ACD-76F8-E5A8-4A1714AA060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OpenGL - The Industry's Foundation for High Performance Graphics">
            <a:extLst>
              <a:ext uri="{FF2B5EF4-FFF2-40B4-BE49-F238E27FC236}">
                <a16:creationId xmlns:a16="http://schemas.microsoft.com/office/drawing/2014/main" id="{985DE207-BAA4-3B58-79E4-E97E2BE7C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0E89D-3FD1-5EDF-836E-2EE755A6D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28" y="71651"/>
            <a:ext cx="5774818" cy="2406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CCB437-0F50-1A1A-5106-B3969F534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202" y="3130025"/>
            <a:ext cx="2471837" cy="8239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5B8D55-E8BA-CD2E-D02B-E1D417247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10" y="2736092"/>
            <a:ext cx="7042218" cy="384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6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Fluid Simulation</vt:lpstr>
      <vt:lpstr>Motivation</vt:lpstr>
      <vt:lpstr>How?</vt:lpstr>
      <vt:lpstr>PowerPoint Presentation</vt:lpstr>
      <vt:lpstr>What I’m using: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Ede, Xander</dc:creator>
  <cp:lastModifiedBy>Ede, Xander</cp:lastModifiedBy>
  <cp:revision>1</cp:revision>
  <dcterms:created xsi:type="dcterms:W3CDTF">2025-10-30T22:23:51Z</dcterms:created>
  <dcterms:modified xsi:type="dcterms:W3CDTF">2025-10-31T14:02:36Z</dcterms:modified>
</cp:coreProperties>
</file>